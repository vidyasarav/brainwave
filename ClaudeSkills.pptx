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Skills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514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D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Proof-of-Concept Flask + AI Application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3291840"/>
            <a:ext cx="274320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3291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Claude API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0" y="4663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Claude Skills?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840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3840480" cy="91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25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Purpose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proof-of-concept application that demonstrates how Claude AI can be integrated into real-world workflows.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Flask + vanilla HTML/JS for simplicity and speed.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937760" y="1188720"/>
            <a:ext cx="3840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188720"/>
            <a:ext cx="3840480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1325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Core Features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74920" y="182880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Summarize Webpage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tool-use loop with Claude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Download Image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endpoint to save images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any URL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0" y="4663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841248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1371600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1307592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— Vanilla HTML/JS, no framework, calls Flask API via fetch()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841248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103120"/>
            <a:ext cx="1371600" cy="731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031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920240" y="2176272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server.py — Flask (port 5000), /summarize and /download-image endpoints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841248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971800"/>
            <a:ext cx="1371600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9718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20240" y="3044952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Python SDK — claude-sonnet-4-6 model with tool-use agentic loop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840480"/>
            <a:ext cx="841248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840480"/>
            <a:ext cx="1371600" cy="731520"/>
          </a:xfrm>
          <a:prstGeom prst="rect">
            <a:avLst/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8404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920240" y="3913632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downloads/ folder — timestamped image files (image_YYYYMMDD_HHMMSS.ext)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0" y="4663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Numbers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0" y="1005840"/>
            <a:ext cx="2743200" cy="45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1828800" cy="256032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D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1280160"/>
            <a:ext cx="1828800" cy="256032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5544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8K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2560320" y="2834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D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 Page Limit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1828800" cy="256032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5544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4663440" y="2834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D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Required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66560" y="1280160"/>
            <a:ext cx="1828800" cy="256032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15544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5000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6766560" y="2834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D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Port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0" y="4663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Started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3E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flask flask-cors anthropic requests beautifulsoup4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0" y="2971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server.py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D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runs at http://localhost:5000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0" y="4663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Skills Demo</dc:title>
  <dc:subject>PptxGenJS Presentation</dc:subject>
  <dc:creator>PptxGenJS</dc:creator>
  <cp:lastModifiedBy>PptxGenJS</cp:lastModifiedBy>
  <cp:revision>1</cp:revision>
  <dcterms:created xsi:type="dcterms:W3CDTF">2026-03-10T17:12:56Z</dcterms:created>
  <dcterms:modified xsi:type="dcterms:W3CDTF">2026-03-10T17:12:56Z</dcterms:modified>
</cp:coreProperties>
</file>